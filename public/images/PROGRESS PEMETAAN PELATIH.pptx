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3"/>
  </p:normalViewPr>
  <p:slideViewPr>
    <p:cSldViewPr snapToGrid="0">
      <p:cViewPr varScale="1">
        <p:scale>
          <a:sx n="115" d="100"/>
          <a:sy n="115" d="100"/>
        </p:scale>
        <p:origin x="4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B173-D498-90EA-605A-65EE40E4E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B8FA3-93B6-E529-F44C-43FB90278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E007-1FB2-C57E-F309-AC216A0D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2751-8047-9134-8E2F-A754D0C7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98F13-C896-EDC9-7B5D-50D34405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A664-A963-A3D0-933F-2F769CCF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5AB9-5011-DAB7-76FE-2A7E8BAC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E3E-4194-7641-2323-131F6CD8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62A5-05B1-5A65-A226-7AE55B96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87839-A247-A25C-D6B1-6ECD5DAB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4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979C-A9BD-3B94-FEE7-9FFC1CC2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3877-26FB-F1A9-0389-668972B63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0C50C-66F9-A97D-A9C9-A4F79679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F8D0-C378-7033-1D07-2B216EFA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2CB3-90BE-AB39-C3CE-CE51AC96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0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54EC-A35F-1339-2B1A-5FFBCB97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C204-2771-DDC7-6299-76B92EF9B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164E5-8E1E-2C99-D6F4-EA7712045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206B8-F8A6-0B5A-D919-3485EE21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C1CF4-F104-244E-4573-80037583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62D4E-4759-E39E-294D-1325CA34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7750-6DE3-F8AA-3D8C-E0874C52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B1642-3297-2E7B-2049-9E90DA93A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5E302-C308-ECF7-3594-BD1E8438E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CEAC3-91FB-B7B4-E9EE-1C34876A3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B189F-7878-1DEF-1D75-D522FB3DE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EC7A3-5490-0E73-A951-24426EA0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EA467-0B6C-C377-1AD0-4B6B25B9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30DFC-F9AB-411B-4775-3D9E4AAD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4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CB71-7D5E-1FF2-4439-3AC1B6B7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082D3-3B11-1852-1AD1-62933F12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1D95A5-8574-1C53-DA12-E3E0381A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82C1E-46A5-CEF1-D559-13C5F33E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3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27DE0-7D00-6612-3E13-CE47EF83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C3278-60AE-1129-B63D-E10CA5B3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28F4-AB53-88DF-D2D0-B1A6BD8D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85E8-2373-6F7E-7135-A58EA927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C420-6130-ADC1-55AC-3E7B23A6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0C7E1-CED7-5E7F-45D3-E4BAD94E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9D06C-006F-5016-B4C4-1EE60132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80F2E-A458-416F-4DC0-F38CDF5F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5B89A-4E88-40AD-DFFB-938D9246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75C8-B3E5-71D1-99E8-A5F2C6352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E0D10-526A-5BC8-9C90-2961D867A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09E79-BC03-046E-70DC-965B1B36D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78583-2F68-25C2-765D-F3DB4766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CDA88-380F-C3C0-B11E-0B267E31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919B-6E6A-D330-E9C2-666145CE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4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6F1-5FA1-1C5D-7124-128908E5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ED00B-7DE7-7F59-E004-43A01A164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B199D-9775-3828-FC30-12079FAE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560E-04D2-15FF-89C0-17D6188E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4FE7-82F6-4C73-601B-8BA9C25D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9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3F7CD-4096-E5F9-08BD-33C0092EA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BDEE3-977F-17EC-4DFF-E4732BF5E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D216A-A4BD-B399-B31C-9FB03657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E729-37A8-9884-A141-2FA9278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0339-43B6-A30A-FB6E-764A6777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2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967C1-177A-BE8D-BD58-8E5BD9DE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417BD-895E-9474-C339-91CDCC89F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0DBC-263A-B5F6-67CA-F6B34D807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B44E3-1226-714D-BC03-4EE85ED0D4F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9464-3FD1-52FA-B25C-A91557E12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9986E-A55D-1027-8571-B8873D2AA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107F4-2352-C540-AD3A-3A5A5F2F5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3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.png"/><Relationship Id="rId7" Type="http://schemas.openxmlformats.org/officeDocument/2006/relationships/package" Target="../embeddings/Microsoft_Word_Document1.doc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Document.docx"/><Relationship Id="rId10" Type="http://schemas.openxmlformats.org/officeDocument/2006/relationships/image" Target="../media/image6.emf"/><Relationship Id="rId4" Type="http://schemas.openxmlformats.org/officeDocument/2006/relationships/image" Target="../media/image3.png"/><Relationship Id="rId9" Type="http://schemas.openxmlformats.org/officeDocument/2006/relationships/package" Target="../embeddings/Microsoft_Word_Document2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AD7E-39C5-6E37-3BFB-9FC2CB2D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>
            <a:extLst>
              <a:ext uri="{FF2B5EF4-FFF2-40B4-BE49-F238E27FC236}">
                <a16:creationId xmlns:a16="http://schemas.microsoft.com/office/drawing/2014/main" id="{F3B97BEE-A550-7585-8A2A-646950F9A5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714D12-B8CE-501D-5C1B-68EFE908C3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60" t="5926" r="4688" b="84630"/>
          <a:stretch/>
        </p:blipFill>
        <p:spPr>
          <a:xfrm>
            <a:off x="8899357" y="306629"/>
            <a:ext cx="3016250" cy="533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56AD59-D893-4EE3-8547-B62584BDED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1" y="231878"/>
            <a:ext cx="1778000" cy="7177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DFBB70-3CD0-B18D-F498-B4B4DBD93AFC}"/>
              </a:ext>
            </a:extLst>
          </p:cNvPr>
          <p:cNvSpPr/>
          <p:nvPr/>
        </p:nvSpPr>
        <p:spPr>
          <a:xfrm>
            <a:off x="2106060" y="780850"/>
            <a:ext cx="7979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D" sz="2400" b="1" dirty="0">
                <a:solidFill>
                  <a:srgbClr val="004E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PROGRESS PEMETAAN PELATIH PADA KOLAT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6BCD205-A3CA-7172-DC9A-15824B847064}"/>
              </a:ext>
            </a:extLst>
          </p:cNvPr>
          <p:cNvSpPr/>
          <p:nvPr/>
        </p:nvSpPr>
        <p:spPr>
          <a:xfrm>
            <a:off x="6383281" y="5511743"/>
            <a:ext cx="5032152" cy="45719"/>
          </a:xfrm>
          <a:prstGeom prst="roundRect">
            <a:avLst/>
          </a:prstGeom>
          <a:solidFill>
            <a:srgbClr val="004E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F9936E-BD2B-AD63-B890-CD57CEC8294C}"/>
              </a:ext>
            </a:extLst>
          </p:cNvPr>
          <p:cNvSpPr txBox="1"/>
          <p:nvPr/>
        </p:nvSpPr>
        <p:spPr>
          <a:xfrm>
            <a:off x="6094879" y="5644754"/>
            <a:ext cx="556770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Antisipasi Pemenuhan Tenaga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Pelatih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:</a:t>
            </a:r>
          </a:p>
          <a:p>
            <a:pPr algn="just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Proses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pemetaan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calon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pelatih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dari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JF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Instruktur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,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Widyaiswara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, Guru, Dosen dan Tim Teknis di KKP, parallel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menunggu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kepastian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jumlah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peserta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per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lokasi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satdik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,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selain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itu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kami juga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akan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melaksanakan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ToT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di 3 Lokasi </a:t>
            </a:r>
            <a:r>
              <a:rPr lang="en-US" sz="1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berbeda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untuk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memperbanyak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jumlah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tenaga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itchFamily="2" charset="77"/>
                <a:cs typeface="Plus Jakarta Sans" pitchFamily="2" charset="77"/>
              </a:rPr>
              <a:t>pelatih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lus Jakarta Sans" pitchFamily="2" charset="77"/>
              <a:cs typeface="Plus Jakarta Sans" pitchFamily="2" charset="77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F424D33-8D52-8CFD-EAE0-05C1C0AC46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1500" y="1384300"/>
          <a:ext cx="584358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6121400" imgH="1371600" progId="Word.Document.12">
                  <p:embed/>
                </p:oleObj>
              </mc:Choice>
              <mc:Fallback>
                <p:oleObj name="Document" r:id="rId5" imgW="6121400" imgH="1371600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F424D33-8D52-8CFD-EAE0-05C1C0AC4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1500" y="1384300"/>
                        <a:ext cx="5843588" cy="130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A442B9D-D8D4-AE1F-CEBC-AA81CDC54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325" y="2868613"/>
          <a:ext cx="5526088" cy="278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6311900" imgH="3187700" progId="Word.Document.12">
                  <p:embed/>
                </p:oleObj>
              </mc:Choice>
              <mc:Fallback>
                <p:oleObj name="Document" r:id="rId7" imgW="6311900" imgH="3187700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A442B9D-D8D4-AE1F-CEBC-AA81CDC545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325" y="2868613"/>
                        <a:ext cx="5526088" cy="278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39E6187-9EB1-6841-9219-F6AC7DE9C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6871" y="3035441"/>
          <a:ext cx="61849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6184900" imgH="1993900" progId="Word.Document.12">
                  <p:embed/>
                </p:oleObj>
              </mc:Choice>
              <mc:Fallback>
                <p:oleObj name="Document" r:id="rId9" imgW="6184900" imgH="1993900" progId="Word.Documen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39E6187-9EB1-6841-9219-F6AC7DE9C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6871" y="3035441"/>
                        <a:ext cx="6184900" cy="199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72E375E-3F46-2D40-EC05-B51F394D5186}"/>
              </a:ext>
            </a:extLst>
          </p:cNvPr>
          <p:cNvSpPr txBox="1"/>
          <p:nvPr/>
        </p:nvSpPr>
        <p:spPr>
          <a:xfrm>
            <a:off x="5080000" y="8915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5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Plus Jakarta Sans</vt:lpstr>
      <vt:lpstr>Poppins</vt:lpstr>
      <vt:lpstr>Office Theme</vt:lpstr>
      <vt:lpstr>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 Pro</dc:creator>
  <cp:lastModifiedBy>Macbook Pro</cp:lastModifiedBy>
  <cp:revision>2</cp:revision>
  <dcterms:created xsi:type="dcterms:W3CDTF">2026-05-12T04:06:14Z</dcterms:created>
  <dcterms:modified xsi:type="dcterms:W3CDTF">2026-05-12T04:06:27Z</dcterms:modified>
</cp:coreProperties>
</file>